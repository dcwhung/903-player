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4F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439" y="365760"/>
            <a:ext cx="2829667" cy="6126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"/>
            <a:ext cx="646157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749C"/>
                </a:solidFill>
                <a:latin typeface="Inter"/>
              </a:rPr>
              <a:t>PORTFOLIO PROJECT · v1.2.3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46157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32B"/>
                </a:solidFill>
                <a:latin typeface="Inter"/>
              </a:rPr>
              <a:t>903 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46157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370"/>
                </a:solidFill>
                <a:latin typeface="Inter"/>
              </a:rPr>
              <a:t>A one-thumb commuter player for a Hong Kong radio archive.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6461571" cy="13258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3152" cy="1325880"/>
          </a:xfrm>
          <a:prstGeom prst="rect">
            <a:avLst/>
          </a:prstGeom>
          <a:solidFill>
            <a:srgbClr val="4F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52928"/>
            <a:ext cx="6004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749C"/>
                </a:solidFill>
                <a:latin typeface="Inter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60043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32B"/>
                </a:solidFill>
                <a:latin typeface="Inter"/>
              </a:rPr>
              <a:t>The station's web archive needs a hunt for each day's link and two hands to operate, which is painful on a crowded commute. It has no API and blocks cloud 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51960"/>
            <a:ext cx="6461571" cy="13258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251960"/>
            <a:ext cx="73152" cy="1325880"/>
          </a:xfrm>
          <a:prstGeom prst="rect">
            <a:avLst/>
          </a:prstGeom>
          <a:solidFill>
            <a:srgbClr val="4F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61688"/>
            <a:ext cx="6004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749C"/>
                </a:solidFill>
                <a:latin typeface="Inter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600437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32B"/>
                </a:solidFill>
                <a:latin typeface="Inter"/>
              </a:rPr>
              <a:t>A personal-use PWA that discovers recordings on-device, then plays them in a one-handed vinyl-style player with auto-resume.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54557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749C"/>
                </a:solidFill>
                <a:latin typeface="Inter"/>
              </a:rPr>
              <a:t>Personal-use PWA · built in 3 active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0711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32B"/>
                </a:solidFill>
                <a:latin typeface="Inter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06424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On-device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80743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Probes 14 days of audio URLs with metadata-only audio. No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78491" y="1051560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15651" y="1106424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Vinyl 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15651" y="1380743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Spinning disc, drag-to-seek arc ring, ±30 / ±60s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12264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Smart date strip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86584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Lists only days with recordings; ticks episodes heard 95%+.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8491" y="2057400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5651" y="2112264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Auto-resume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5651" y="2386584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Remembers progress per episode and picks up where you left 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39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18103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Lock-screen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92423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Media Session support for lock screen and headphones.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8491" y="3063239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15651" y="3118103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Today's shows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5651" y="3392423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HK-time schedule with a swipeable card stack and 'New' badges.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79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23943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Adaptive layouts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98264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Phone, landscape two-column, 1.3x desktop and 1.5x iPad scaling.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8491" y="4069079"/>
            <a:ext cx="3192691" cy="86868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15651" y="4123943"/>
            <a:ext cx="29183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749C"/>
                </a:solidFill>
                <a:latin typeface="Inter"/>
              </a:rPr>
              <a:t>Installable PWA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5651" y="4398264"/>
            <a:ext cx="2918371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32B"/>
                </a:solidFill>
                <a:latin typeface="Inter"/>
              </a:rPr>
              <a:t>Device splash screens, auto-update and iOS safe-area fixes.</a:t>
            </a:r>
          </a:p>
        </p:txBody>
      </p:sp>
      <p:pic>
        <p:nvPicPr>
          <p:cNvPr id="27" name="Picture 2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503" y="1354495"/>
            <a:ext cx="4297551" cy="2685969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4F7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22188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79"/>
            <a:ext cx="22188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nter"/>
              </a:rPr>
              <a:t>active dev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7523" y="5532120"/>
            <a:ext cx="22188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427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7523" y="6126479"/>
            <a:ext cx="22188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nter"/>
              </a:rPr>
              <a:t>commits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6406" y="5532120"/>
            <a:ext cx="22188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6406" y="6126479"/>
            <a:ext cx="22188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nter"/>
              </a:rPr>
              <a:t>merged PRs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289" y="5532120"/>
            <a:ext cx="22188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289" y="6126479"/>
            <a:ext cx="22188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nter"/>
              </a:rPr>
              <a:t>Claude Code sessions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4172" y="5532120"/>
            <a:ext cx="22188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nter"/>
              </a:rPr>
              <a:t>680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4172" y="6126479"/>
            <a:ext cx="22188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nter"/>
              </a:rPr>
              <a:t>unit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